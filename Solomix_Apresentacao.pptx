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7200">
                <a:solidFill>
                  <a:srgbClr val="FFFFFF"/>
                </a:solidFill>
              </a:rPr>
              <a:t>SOLOMIX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200">
                <a:solidFill>
                  <a:srgbClr val="8CC63F"/>
                </a:solidFill>
              </a:rPr>
              <a:t>Sistema Comercial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749039"/>
            <a:ext cx="5760720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000">
                <a:solidFill>
                  <a:srgbClr val="FFFFFF"/>
                </a:solidFill>
              </a:rPr>
              <a:t>Apresentação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CCCCCC"/>
                </a:solidFill>
              </a:rPr>
              <a:t>Gestão Comercial de Concreto Usinado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O que é o Solomix?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Plataforma web de gestão comercial para empresas de concreto usinado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Sistema 100% online, acessível de qualquer dispositivo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Gerencia clientes, propostas, programações e relatórios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Integração com Google Calendar e exportação para Excel/PDF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Controle de acesso por perfil: Administrador, Gerente e Consultor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Banco de dados em nuvem (Firebase Firestore) — sem instalação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Multi-filial: suporte a 10 unidades regionais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Módulos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566160" cy="14173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5661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5272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D6A4F"/>
                </a:solidFill>
              </a:rPr>
              <a:t>📋 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09928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Cadastro e gestão de clientes e obras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566160" cy="14173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5661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25272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D6A4F"/>
                </a:solidFill>
              </a:rPr>
              <a:t>📄  Proposta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709928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Elaboração e controle de propostas comerciais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3566160" cy="14173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35661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25272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D6A4F"/>
                </a:solidFill>
              </a:rPr>
              <a:t>🗓️  Programação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709928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Agendamento de entregas e integração Google Agenda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3566160" cy="14173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34640"/>
            <a:ext cx="35661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94436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D6A4F"/>
                </a:solidFill>
              </a:rPr>
              <a:t>👤  Perfil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401568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Configuração do vendedor e dados da empresa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834640"/>
            <a:ext cx="3566160" cy="14173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2834640"/>
            <a:ext cx="35661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294436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D6A4F"/>
                </a:solidFill>
              </a:rPr>
              <a:t>👥  Usuários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401568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Gerenciamento de acessos por perfil e filial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834640"/>
            <a:ext cx="3566160" cy="14173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834640"/>
            <a:ext cx="35661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94436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2D6A4F"/>
                </a:solidFill>
              </a:rPr>
              <a:t>📊 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401568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KPIs, gráficos e relatórios de desempenho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Acesso ao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Tela de Login e 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Acesse o sistema pelo navegador — sem instalação necessária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Informe usuário e senha para entrar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Usuário padrão do desenvolvedor: admin  |  Senha inicial: password2026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Opção de alteração de senha na própria tela de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Sessão salva automaticamente no navegador até o logout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Usuários inativos não conseguem acessar o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Módulo Agenda — Clientes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Cadastro e prospecção de clientes e obras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3657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D6A4F"/>
                </a:solidFill>
              </a:rPr>
              <a:t>Dados do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Nome / Construtora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CPF ou CNPJ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CEP e Endereço (autopreenchimento)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Complemento (Bloco, Obra...)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Telefone de contato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Filial responsável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5394960" cy="3657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47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D6A4F"/>
                </a:solidFill>
              </a:rPr>
              <a:t>Obras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86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Nome / Descrição da obra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CEP da obra (autopreenchimento)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Endereço completo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832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Complemento da obra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Filtro e exportação para Excel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148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• Edição e exclusão de registros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Módulo Proposta Comercial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Elaboração completa de propostas de concreto usinado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Numeração automática sequencial da proposta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Seleção de cliente, obra e perfil de vendedor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Itens configuráveis: FCK, volume (m³), brita, slump, preço e margem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Condições adicionais: bomba, fibra, RAC/ROC, horários especiais, permanência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Status: Em Andamento 🟡 | Fechada 🟢 | Perdida 🔴 (com motivo)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Geração de PDF, visualização prévia e envio direto pelo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68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Exportação da listagem para Excel com filtros por cliente, perfil e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Layout da Proposta Impressa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Documento profissional gerado automaticamente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394960" cy="105156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D6A4F"/>
                </a:solidFill>
              </a:rPr>
              <a:t>Cabeçalho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Logotipo + Razão Social + Contato da empresa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394960" cy="105156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D6A4F"/>
                </a:solidFill>
              </a:rPr>
              <a:t>Dados do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042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Nome, CNPJ, telefone, endereço da obra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5394960" cy="105156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D6A4F"/>
                </a:solidFill>
              </a:rPr>
              <a:t>Itens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3872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Tabela de produtos: FCK, volume, brita, slump, valor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63240"/>
            <a:ext cx="5394960" cy="105156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6324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D6A4F"/>
                </a:solidFill>
              </a:rPr>
              <a:t>Condições Comerciais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53872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Bomba, fibra, horários especiais, permanência, prazo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5394960" cy="105156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D6A4F"/>
                </a:solidFill>
              </a:rPr>
              <a:t>Assinaturas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7316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Campos para empresa e cliente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97680"/>
            <a:ext cx="5394960" cy="105156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97680"/>
            <a:ext cx="5394960" cy="4572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389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D6A4F"/>
                </a:solidFill>
              </a:rPr>
              <a:t>Anexo / Regulamento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77316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Termos e condições contratuais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Módulo Programação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Agendamento de entregas de concreto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Carrega dados automaticamente de uma proposta existente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Define data, horário, local e responsável pela 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Campos: contrato, CNO, email, contato da obra, volume, FCK, SLP, brita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Preço do concreto, bomba e forma de pagamento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Extrato da programação em tempo real na tela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Geração de arquivo .TXT com todos os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68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Integração com Google Calendar — adiciona evento com 1 clique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Módulo Perfil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Configurações do vendedor e da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Cadastro de perfis de vendedores (nome e WhatsApp)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Vinculação de perfil ao layout das propostas impressas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Configuração da empresa: razão social, CNPJ, endereço, contato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Integração Google Calendar via OAuth 2.0 (Client ID configurável)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Suporte a múltiplas empresas cadastradas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Alteração de senha diretamente nesta tela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Módulo Usuários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Controle de acesso por perfil e filial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474720" cy="34747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4747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🔧 Administrador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Acesso total ao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072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Gerencia todos os usuários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18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Vê todas as filiais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01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Acesso ao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474720" cy="34747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474720" cy="4114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87451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�� Gerente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9572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Gerencia usuários da filial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8072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Visualiza propostas da filial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18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Acesso ao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301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Não cria administradores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474720" cy="34747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3474720" cy="411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1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👤 Consultor Comercial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9572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Vê apenas seus próprios dados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072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Cria clientes e propostas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18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Sem acesso a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6301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✓  Sem acesso a Usuários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Dashboard de Desempenho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Visão gerencial em tempo real (Admins e Gerentes)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KPIs: Total de propostas, em andamento, fechadas, perdidas e receita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Gráfico de status das propostas (pizza/doughnut)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Gráfico de propostas por unidade (barras)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Evolução mensal dos últimos 6 meses (linha)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Tabela de desempenho por unidade e por vendedor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Tabela de vendas por tipo de concreto (FCK) com volumes e receitas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68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Justificativas de propostas perdidas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274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Filtros por unidade, vendedor e período  |  Exportação para Excel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Integrações e Exportações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Ferramentas conectadas ao Solomix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303520" cy="123444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73152" cy="1234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D6A4F"/>
                </a:solidFill>
              </a:rPr>
              <a:t>📅 Google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Adiciona programações diretamente ao Google Agenda via OAuth 2.0. Requer Client ID configurado.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303520" cy="123444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73152" cy="12344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D6A4F"/>
                </a:solidFill>
              </a:rPr>
              <a:t>📲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0428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Envia a proposta formatada em texto pelo WhatsApp. Também permite salvar PDF e compartilhar.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5303520" cy="123444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73152" cy="1234440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D6A4F"/>
                </a:solidFill>
              </a:rPr>
              <a:t>📥 Excel (XLSX)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2160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Exporta lista de clientes e propostas para planilha Excel com todos os campos.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46120"/>
            <a:ext cx="5303520" cy="123444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246120"/>
            <a:ext cx="73152" cy="1234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3375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D6A4F"/>
                </a:solidFill>
              </a:rPr>
              <a:t>🗺️ ViaCEP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2160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44"/>
                </a:solidFill>
              </a:rPr>
              <a:t>Autopreenchimento de endereço ao digitar o CEP, agilizando o cadastro.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Unidades Suportadas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O sistema atende 10 filiais regionais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486400" cy="21031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92807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Divinopolis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76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Uberlandia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6090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Manhuaçu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4495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Betim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899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Itauna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577840" cy="210312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Itatiaiuçu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768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Nova Serana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6090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Bom Despacho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4495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Igarapé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42899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• Abaeté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AAAAAA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2D6A4F"/>
                </a:solidFill>
              </a:rPr>
              <a:t>Principais Benefícios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444444"/>
                </a:solidFill>
              </a:rPr>
              <a:t>Por que usar o Solomix?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Centralização de todas as informações comerciais em um único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Acesso via celular ou computador — responsivo e sem instalação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Geração instantânea de propostas profissionais em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Controle de funil de vendas com status e motivos de perda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65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Compartilhamento rápido via WhatsApp aumenta agilidade comercial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Relatórios gerenciais com gráficos facilitam a tomada de decisão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68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444444"/>
                </a:solidFill>
              </a:rPr>
              <a:t>▶  Dados armazenados na nuvem com segurança e disponibilidade 24/7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6400">
                <a:solidFill>
                  <a:srgbClr val="FFFFFF"/>
                </a:solidFill>
              </a:rPr>
              <a:t>SOLOMIX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800">
                <a:solidFill>
                  <a:srgbClr val="8CC63F"/>
                </a:solidFill>
              </a:rPr>
              <a:t>Sistema Comercial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37560"/>
            <a:ext cx="4846320" cy="54864"/>
          </a:xfrm>
          <a:prstGeom prst="rect">
            <a:avLst/>
          </a:prstGeom>
          <a:solidFill>
            <a:srgbClr val="8C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2000">
                <a:solidFill>
                  <a:srgbClr val="FFFFFF"/>
                </a:solidFill>
              </a:rPr>
              <a:t>Mais agilidade. Mais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8CC63F"/>
                </a:solidFill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